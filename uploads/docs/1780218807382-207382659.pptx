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6"/>
  </p:notesMasterIdLst>
  <p:sldIdLst>
    <p:sldId id="258" r:id="rId3"/>
    <p:sldId id="259" r:id="rId4"/>
    <p:sldId id="260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2" y="5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五个部分。首先，我们将分析当前中国外贸的现状与挑战。其次，探讨以制度型开放为核心引擎的变革路径。第三，阐述构建全球网络的战略布局。第四，聚焦数字与绿色两大新质动能。最后，提出保障贸易强国建设行稳致远的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首先，我们进入第一部分：现状与挑战。在这一章，我们将回顾中国作为贸易大国所取得的辉煌成就，同时客观分析当前面临的复杂国内外环境。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我们的成就。中国的贸易大国地位非常稳固。2025年，我们的货物贸易总值达到了45.47万亿元，连续九年位居全球第一。更令人振奋的是，2026年第一季度，进出口增速达到了15%，创下近五年新高，这为全年的发展奠定了坚实基础。回顾整个“十四五”时期，我们的累计贸易规模突破了200万亿元，展现了强大的发展韧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15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3810000"/>
            <a:ext cx="762000" cy="76200"/>
          </a:xfrm>
          <a:prstGeom prst="roundRect">
            <a:avLst>
              <a:gd name="adj" fmla="val 0"/>
            </a:avLst>
          </a:prstGeom>
          <a:solidFill>
            <a:srgbClr val="CBA25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431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18000" y="1397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4000" b="1" i="0" u="none" strike="noStrike" dirty="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现状与挑战</a:t>
            </a:r>
            <a:endParaRPr lang="en-US" sz="4000" dirty="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贸易强国建设的基石与征程</a:t>
            </a:r>
            <a:endParaRPr lang="en-US" sz="1400" b="0" i="0" u="none" strike="noStrike" dirty="0">
              <a:solidFill>
                <a:srgbClr val="6B6B6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18000" y="3175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4000" b="1" i="0" u="none" strike="noStrike" dirty="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</a:t>
            </a:r>
            <a:endParaRPr lang="en-US" sz="4000" dirty="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以高水平对外开放驱动变革</a:t>
            </a:r>
            <a:endParaRPr lang="en-US" sz="1400" b="0" i="0" u="none" strike="noStrike" dirty="0">
              <a:solidFill>
                <a:srgbClr val="6B6B6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495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4000" b="1" i="0" u="none" strike="noStrike" dirty="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战略布局</a:t>
            </a:r>
            <a:endParaRPr lang="en-US" sz="4000" dirty="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构建开放共赢的全球网络</a:t>
            </a:r>
            <a:endParaRPr lang="en-US" sz="1400" b="0" i="0" u="none" strike="noStrike" dirty="0">
              <a:solidFill>
                <a:srgbClr val="6B6B6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01000" y="2286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4000" b="1" i="0" u="none" strike="noStrike" dirty="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新质动能</a:t>
            </a:r>
            <a:endParaRPr lang="en-US" sz="4000" dirty="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数字与绿色贸易的未来</a:t>
            </a:r>
            <a:endParaRPr lang="en-US" sz="1400" b="0" i="0" u="none" strike="noStrike" dirty="0">
              <a:solidFill>
                <a:srgbClr val="6B6B6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01000" y="4445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4000" b="1" i="0" u="none" strike="noStrike" dirty="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保障体系</a:t>
            </a:r>
            <a:endParaRPr lang="en-US" sz="4000" dirty="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护航贸易强国行稳致远</a:t>
            </a:r>
            <a:endParaRPr lang="en-US" sz="1400" b="0" i="0" u="none" strike="noStrike" dirty="0">
              <a:solidFill>
                <a:srgbClr val="6B6B6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2A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现状与挑战</a:t>
            </a:r>
            <a:endParaRPr lang="en-US" sz="5400" b="1" dirty="0"/>
          </a:p>
        </p:txBody>
      </p:sp>
      <p:sp>
        <p:nvSpPr>
          <p:cNvPr id="4" name="AutoShape 4"/>
          <p:cNvSpPr/>
          <p:nvPr/>
        </p:nvSpPr>
        <p:spPr>
          <a:xfrm>
            <a:off x="0" y="495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贸易强国建设的基石与征程</a:t>
            </a: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中国已连续九年蝉联全球货物贸易第一大国，规模与增速彰显韧性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2025年贸易规模再创新高，2026年一季度实现强劲开局。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02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CBA25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93800" y="2413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45.47</a:t>
            </a:r>
            <a:r>
              <a:rPr lang="en-US" sz="24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万亿</a:t>
            </a:r>
            <a:r>
              <a:rPr lang="en-US" sz="20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55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2025年货物贸易进出口总值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同比增长</a:t>
            </a:r>
            <a:r>
              <a:rPr lang="en-US" sz="1300" b="1" i="0" u="none" strike="noStrike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+3.8%</a:t>
            </a: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，连续九年位居全球货物贸易第一大国，贸易“压舱石”作用持续凸显。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CBA25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876800" y="2413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+15%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55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2026年一季度进出口总额增速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季度增速创近</a:t>
            </a:r>
            <a:r>
              <a:rPr lang="en-US" sz="1300" b="1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五</a:t>
            </a: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年新高，有效拉动全球贸易复苏，为“十五五”规划实现了“开门红”。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159000"/>
            <a:ext cx="3302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CBA25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59800" y="2413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A92A31"/>
                </a:solidFill>
                <a:latin typeface="Noto Sans SC"/>
                <a:ea typeface="Noto Sans SC"/>
                <a:cs typeface="Noto Sans SC"/>
                <a:sym typeface="Noto Sans SC"/>
              </a:rPr>
              <a:t>&gt;200</a:t>
            </a:r>
            <a:r>
              <a:rPr lang="en-US" sz="24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万亿</a:t>
            </a:r>
            <a:r>
              <a:rPr lang="en-US" sz="20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55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“十四五”时期累计进出口规模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69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较“十三五”时期增长</a:t>
            </a:r>
            <a:r>
              <a:rPr lang="en-US" sz="1300" b="1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四成</a:t>
            </a:r>
            <a:r>
              <a:rPr lang="en-US" sz="13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，中国出口国际市场份额始终保持在14%以上的高位水平。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数据来源：中国政府网、海关总署、中国政协网（示意数据，仅供参考） | 2026年5月整理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宽屏</PresentationFormat>
  <Paragraphs>36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李航</dc:creator>
  <cp:lastModifiedBy>航 李</cp:lastModifiedBy>
  <cp:revision>1</cp:revision>
  <dcterms:modified xsi:type="dcterms:W3CDTF">2026-05-25T04:27:04Z</dcterms:modified>
</cp:coreProperties>
</file>